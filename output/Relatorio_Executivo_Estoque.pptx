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Relatório de Gestão de Estoque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Análise Automatizada de Performance -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Faturamento por Filial</a:t>
            </a:r>
          </a:p>
        </p:txBody>
      </p:sp>
      <p:pic>
        <p:nvPicPr>
          <p:cNvPr id="3" name="Picture 2" descr="grafico_ticket_me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9181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Participação por venda</a:t>
            </a:r>
          </a:p>
        </p:txBody>
      </p:sp>
      <p:pic>
        <p:nvPicPr>
          <p:cNvPr id="3" name="Picture 2" descr="participacao_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4572000" cy="4502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Diarias</a:t>
            </a:r>
          </a:p>
        </p:txBody>
      </p:sp>
      <p:pic>
        <p:nvPicPr>
          <p:cNvPr id="3" name="Picture 2" descr="vendas_dia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8686800" cy="4563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de Estoque Crítico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">
                <a:tc>
                  <a:txBody>
                    <a:bodyPr/>
                    <a:lstStyle/>
                    <a:p>
                      <a:r>
                        <a:t>Filial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Saldo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Armário de Aço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Cadeira Ergonômica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-60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Caneta 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-13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 24pol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Mouse Sem Fio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-17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Notebook 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Teclado Mecânico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-21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Armário de Aço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Caneta 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 24pol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Mouse Sem Fio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-89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Notebook 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Papel 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-17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Grampeador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Filial 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 24pol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